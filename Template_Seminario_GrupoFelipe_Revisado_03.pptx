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7722C3D-B5E4-7009-4832-A9D7C215A493}"/>
              </a:ext>
            </a:extLst>
          </p:cNvPr>
          <p:cNvSpPr txBox="1"/>
          <p:nvPr/>
        </p:nvSpPr>
        <p:spPr>
          <a:xfrm>
            <a:off x="1266092" y="1591408"/>
            <a:ext cx="4141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Necessário acrescentar o Formalismo</a:t>
            </a:r>
          </a:p>
        </p:txBody>
      </p:sp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011376-F878-6339-B38F-163B3E7FBEA0}"/>
              </a:ext>
            </a:extLst>
          </p:cNvPr>
          <p:cNvSpPr txBox="1"/>
          <p:nvPr/>
        </p:nvSpPr>
        <p:spPr>
          <a:xfrm>
            <a:off x="465992" y="738555"/>
            <a:ext cx="298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FB60A5-3005-D763-0230-7AAFFDF9B571}"/>
              </a:ext>
            </a:extLst>
          </p:cNvPr>
          <p:cNvSpPr txBox="1"/>
          <p:nvPr/>
        </p:nvSpPr>
        <p:spPr>
          <a:xfrm>
            <a:off x="996461" y="1260232"/>
            <a:ext cx="399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F0C58E-CD2B-D349-CD6F-2DA708F70441}"/>
              </a:ext>
            </a:extLst>
          </p:cNvPr>
          <p:cNvSpPr txBox="1"/>
          <p:nvPr/>
        </p:nvSpPr>
        <p:spPr>
          <a:xfrm>
            <a:off x="1207477" y="715109"/>
            <a:ext cx="399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581</Words>
  <Application>Microsoft Office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8</cp:revision>
  <dcterms:created xsi:type="dcterms:W3CDTF">2026-04-13T15:47:06Z</dcterms:created>
  <dcterms:modified xsi:type="dcterms:W3CDTF">2026-05-25T13:38:06Z</dcterms:modified>
</cp:coreProperties>
</file>