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1700" r:id="rId15"/>
    <p:sldId id="1701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C37A4-88C6-4B41-BBC3-45018DA13F57}" v="3" dt="2026-05-04T09:46:41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87813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56947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233551" y="1494794"/>
            <a:ext cx="2834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233551" y="2979178"/>
            <a:ext cx="2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284207" y="4624543"/>
            <a:ext cx="2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814450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1BE0045-5D01-7848-30D3-911602B98596}"/>
              </a:ext>
            </a:extLst>
          </p:cNvPr>
          <p:cNvSpPr txBox="1"/>
          <p:nvPr/>
        </p:nvSpPr>
        <p:spPr>
          <a:xfrm>
            <a:off x="924115" y="1166842"/>
            <a:ext cx="1034376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escolhida para esta simulação foi a Modelagem Baseada em Agentes (ABM), por sua capacidade de representar indivíduos de forma independente, considerando características heterogêneas como velocidade, saúde e percepção do ambiente. Essa abordagem permite que cada agente tome decisões locais e descentralizadas, refletindo de maneira mais realista o comportamento humano em situações de emergência.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Além disso, a ABM possibilita modelar a interação com um ambiente dinâmico, como a propagação de fogo e fumaça, onde o risco varia no espaço e no tempo. Também permite incorporar a imprevisibilidade do comportamento humano por meio de elementos estocásticos, tornando a simulação mais próxima de cenários reais.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Outro ponto relevante é a facilidade de incluir interações sociais entre os agentes, como congestionamentos, formação de filas e influência do movimento coletivo. Por fim, métricas globais de interesse, como o tempo total de evacuação e a taxa de sobrevivência, emergem naturalmente a partir das interações entre agentes e ambiente, sem a necessidade de serem explicitamente impostas ao modelo.</a:t>
            </a:r>
          </a:p>
        </p:txBody>
      </p:sp>
    </p:spTree>
    <p:extLst>
      <p:ext uri="{BB962C8B-B14F-4D97-AF65-F5344CB8AC3E}">
        <p14:creationId xmlns:p14="http://schemas.microsoft.com/office/powerpoint/2010/main" val="4046387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154FC4B-1523-61E1-CC06-299189C70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092" y="597049"/>
            <a:ext cx="8343592" cy="60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3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5949</TotalTime>
  <Words>1607</Words>
  <Application>Microsoft Office PowerPoint</Application>
  <PresentationFormat>Widescreen</PresentationFormat>
  <Paragraphs>191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Antonio Mattedi</cp:lastModifiedBy>
  <cp:revision>16</cp:revision>
  <dcterms:created xsi:type="dcterms:W3CDTF">2026-04-13T15:47:06Z</dcterms:created>
  <dcterms:modified xsi:type="dcterms:W3CDTF">2026-05-25T13:58:04Z</dcterms:modified>
</cp:coreProperties>
</file>