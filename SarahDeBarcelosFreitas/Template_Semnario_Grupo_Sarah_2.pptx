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6" r:id="rId5"/>
    <p:sldId id="267" r:id="rId6"/>
    <p:sldId id="263" r:id="rId7"/>
    <p:sldId id="1698" r:id="rId8"/>
    <p:sldId id="268" r:id="rId9"/>
    <p:sldId id="269" r:id="rId10"/>
    <p:sldId id="1699" r:id="rId11"/>
    <p:sldId id="259" r:id="rId12"/>
    <p:sldId id="1700" r:id="rId13"/>
    <p:sldId id="1701" r:id="rId14"/>
    <p:sldId id="260" r:id="rId15"/>
    <p:sldId id="261" r:id="rId16"/>
    <p:sldId id="262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C37A4-88C6-4B41-BBC3-45018DA13F57}" v="3" dt="2026-05-04T09:46:41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2"/>
            <a:ext cx="4565373" cy="10778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22 )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15 )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4" y="446225"/>
            <a:ext cx="2970825" cy="14181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chemeClr val="bg2"/>
                </a:solidFill>
              </a:rPr>
              <a:t>("fire evacuation" OR "building fire" OR "building evacuation" OR "occupant evacuation" OR "smoke spread" OR "fire dynamics") AND ("</a:t>
            </a:r>
            <a:r>
              <a:rPr lang="en-US" sz="1200" dirty="0" err="1">
                <a:solidFill>
                  <a:schemeClr val="bg2"/>
                </a:solidFill>
              </a:rPr>
              <a:t>NetLogo</a:t>
            </a:r>
            <a:r>
              <a:rPr lang="en-US" sz="1200" dirty="0">
                <a:solidFill>
                  <a:schemeClr val="bg2"/>
                </a:solidFill>
              </a:rPr>
              <a:t>" OR "Fire Dynamics Simulator" OR FDS OR "</a:t>
            </a:r>
            <a:r>
              <a:rPr lang="en-US" sz="1200" dirty="0" err="1">
                <a:solidFill>
                  <a:schemeClr val="bg2"/>
                </a:solidFill>
              </a:rPr>
              <a:t>FDS+Evac</a:t>
            </a:r>
            <a:r>
              <a:rPr lang="en-US" sz="1200" dirty="0">
                <a:solidFill>
                  <a:schemeClr val="bg2"/>
                </a:solidFill>
              </a:rPr>
              <a:t>" OR "Python" OR "Python-based simulation")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8084771" y="1153973"/>
            <a:ext cx="1008583" cy="131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2133776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15 )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 12)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2155550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Citações totais / (Ano da coleta − Ano de publicação + 1)</a:t>
            </a:r>
            <a:endParaRPr lang="pt-BR" sz="1200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574648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692903"/>
            <a:ext cx="0" cy="44087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3314875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3298547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30)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3298547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 (n = 15)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739419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479646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20)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(n= 10)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3015520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4180291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920518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660745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660745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10)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087813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56947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73A3E1-4671-064D-E87B-74EDE533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8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1BE0045-5D01-7848-30D3-911602B98596}"/>
              </a:ext>
            </a:extLst>
          </p:cNvPr>
          <p:cNvSpPr txBox="1"/>
          <p:nvPr/>
        </p:nvSpPr>
        <p:spPr>
          <a:xfrm>
            <a:off x="924115" y="1166842"/>
            <a:ext cx="1034376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modelagem escolhida para esta simulação foi a Modelagem Baseada em Agentes (ABM), por sua capacidade de representar indivíduos de forma independente, considerando características heterogêneas como velocidade, saúde e percepção do ambiente. Essa abordagem permite que cada agente tome decisões locais e descentralizadas, refletindo de maneira mais realista o comportamento humano em situações de emergência.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Além disso, a ABM possibilita modelar a interação com um ambiente dinâmico, como a propagação de fogo e fumaça, onde o risco varia no espaço e no tempo. Também permite incorporar a imprevisibilidade do comportamento humano por meio de elementos estocásticos, tornando a simulação mais próxima de cenários reais.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Outro ponto relevante é a facilidade de incluir interações sociais entre os agentes, como congestionamentos, formação de filas e influência do movimento coletivo. Por fim, métricas globais de interesse, como o tempo total de evacuação e a taxa de sobrevivência, emergem naturalmente a partir das interações entre agentes e ambiente, sem a necessidade de serem explicitamente impostas ao modelo.</a:t>
            </a:r>
          </a:p>
        </p:txBody>
      </p:sp>
    </p:spTree>
    <p:extLst>
      <p:ext uri="{BB962C8B-B14F-4D97-AF65-F5344CB8AC3E}">
        <p14:creationId xmlns:p14="http://schemas.microsoft.com/office/powerpoint/2010/main" val="4046387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154FC4B-1523-61E1-CC06-299189C70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700" y="0"/>
            <a:ext cx="9430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32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5948</TotalTime>
  <Words>1582</Words>
  <Application>Microsoft Office PowerPoint</Application>
  <PresentationFormat>Widescreen</PresentationFormat>
  <Paragraphs>185</Paragraphs>
  <Slides>16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Aptos Narrow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sarah de barcelos freitas</cp:lastModifiedBy>
  <cp:revision>15</cp:revision>
  <dcterms:created xsi:type="dcterms:W3CDTF">2026-04-13T15:47:06Z</dcterms:created>
  <dcterms:modified xsi:type="dcterms:W3CDTF">2026-05-23T17:51:41Z</dcterms:modified>
</cp:coreProperties>
</file>