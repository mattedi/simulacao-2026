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3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Simulação de Evacuação de Edifícios em Chamas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Sarah de Barcelos Freitas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02EF6DF-5EBE-4FE8-E605-183D1182BA5E}"/>
              </a:ext>
            </a:extLst>
          </p:cNvPr>
          <p:cNvSpPr txBox="1"/>
          <p:nvPr/>
        </p:nvSpPr>
        <p:spPr>
          <a:xfrm>
            <a:off x="658859" y="697819"/>
            <a:ext cx="108742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O modelo computacional proposto tem como objetivo simular a evacuação de um prédio em chamas por meio de um sistema baseado em agentes. O ambiente considerado consiste em um edifício de 30 andares, com aproximadamente 120m de altura, em que cada pavimento possui dimensões de 20 x 20m e abriga dois apartamentos, com uma média de três ocupantes por unidade (Imagem 1). Cada andar dispõe de acesso a elevadores, desativados em situações de incêndio,  e a uma porta que conduz à escada de emergência, se tornado a principal rota de evacuação. A população total é composta por 180 indivíduos, distribuídos em 60% de adultos, 30% de crianças e idosos e 10% de pessoas portadoras de deficiência (</a:t>
            </a:r>
            <a:r>
              <a:rPr lang="pt-BR" sz="1600" dirty="0" err="1"/>
              <a:t>PcD</a:t>
            </a:r>
            <a:r>
              <a:rPr lang="pt-BR" sz="1600" dirty="0"/>
              <a:t>), permitindo a consideração de diferentes perfis de mobilidade e comportamento. Para a simulação, tanto a origem do incêndio quanto o tipo de material em combustão são definidos como parâmetros aleatórios, possibilitando a análise de múltiplos cenários de propagação do fogo e seus impactos na dinâmica de evacuação.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C676D43-3D22-27E4-36D4-D4CF2D972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50" r="23275" b="1067"/>
          <a:stretch>
            <a:fillRect/>
          </a:stretch>
        </p:blipFill>
        <p:spPr>
          <a:xfrm>
            <a:off x="850392" y="3198167"/>
            <a:ext cx="3359373" cy="3438144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67AFF366-12A0-069F-32AD-7A7FA6674978}"/>
              </a:ext>
            </a:extLst>
          </p:cNvPr>
          <p:cNvSpPr txBox="1"/>
          <p:nvPr/>
        </p:nvSpPr>
        <p:spPr>
          <a:xfrm>
            <a:off x="4209765" y="6390090"/>
            <a:ext cx="2781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Imagem 1: Planta de um dos andares do prédio</a:t>
            </a:r>
          </a:p>
        </p:txBody>
      </p:sp>
    </p:spTree>
    <p:extLst>
      <p:ext uri="{BB962C8B-B14F-4D97-AF65-F5344CB8AC3E}">
        <p14:creationId xmlns:p14="http://schemas.microsoft.com/office/powerpoint/2010/main" val="403954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329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Mattedi</dc:creator>
  <cp:lastModifiedBy>sarah de barcelos freitas</cp:lastModifiedBy>
  <cp:revision>5</cp:revision>
  <dcterms:created xsi:type="dcterms:W3CDTF">2026-04-13T15:47:06Z</dcterms:created>
  <dcterms:modified xsi:type="dcterms:W3CDTF">2026-04-23T23:09:26Z</dcterms:modified>
</cp:coreProperties>
</file>