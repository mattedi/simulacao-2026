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4" r:id="rId15"/>
    <p:sldId id="260" r:id="rId16"/>
    <p:sldId id="1702" r:id="rId17"/>
    <p:sldId id="1703" r:id="rId18"/>
    <p:sldId id="261" r:id="rId19"/>
    <p:sldId id="262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17241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DDFED6-39BD-3A8E-E76C-0D0E42124B0F}"/>
              </a:ext>
            </a:extLst>
          </p:cNvPr>
          <p:cNvSpPr txBox="1"/>
          <p:nvPr/>
        </p:nvSpPr>
        <p:spPr>
          <a:xfrm>
            <a:off x="2074985" y="1934308"/>
            <a:ext cx="538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Exemplo do teu formalismo</a:t>
            </a:r>
          </a:p>
        </p:txBody>
      </p:sp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021-E51C-54DC-137B-3D5A565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03A41A-0331-573E-2022-690CF2767914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3.3. SDD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961C3E-CEAE-8C88-877C-6FA3586E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8"/>
          <a:stretch>
            <a:fillRect/>
          </a:stretch>
        </p:blipFill>
        <p:spPr>
          <a:xfrm>
            <a:off x="2254318" y="840854"/>
            <a:ext cx="8689021" cy="5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62666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58EA53E-873A-60F6-F7D0-3AD5268836D0}"/>
              </a:ext>
            </a:extLst>
          </p:cNvPr>
          <p:cNvSpPr txBox="1"/>
          <p:nvPr/>
        </p:nvSpPr>
        <p:spPr>
          <a:xfrm>
            <a:off x="720969" y="553915"/>
            <a:ext cx="247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Sugestão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C74E9F-0382-BAA2-C413-D10833DC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" t="12179" r="586" b="998"/>
          <a:stretch>
            <a:fillRect/>
          </a:stretch>
        </p:blipFill>
        <p:spPr>
          <a:xfrm>
            <a:off x="720969" y="923247"/>
            <a:ext cx="11152284" cy="551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7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10256</TotalTime>
  <Words>1794</Words>
  <Application>Microsoft Office PowerPoint</Application>
  <PresentationFormat>Widescreen</PresentationFormat>
  <Paragraphs>225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20</cp:revision>
  <dcterms:created xsi:type="dcterms:W3CDTF">2026-04-13T15:47:06Z</dcterms:created>
  <dcterms:modified xsi:type="dcterms:W3CDTF">2026-06-01T12:20:27Z</dcterms:modified>
</cp:coreProperties>
</file>