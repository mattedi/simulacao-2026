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4" r:id="rId15"/>
    <p:sldId id="260" r:id="rId16"/>
    <p:sldId id="1702" r:id="rId17"/>
    <p:sldId id="261" r:id="rId18"/>
    <p:sldId id="1706" r:id="rId19"/>
    <p:sldId id="1707" r:id="rId20"/>
    <p:sldId id="1708" r:id="rId21"/>
    <p:sldId id="1709" r:id="rId22"/>
    <p:sldId id="1710" r:id="rId23"/>
    <p:sldId id="262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17241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sp>
        <p:nvSpPr>
          <p:cNvPr id="2" name="AutoShape 2" descr="Imagem gerada: Diagrama de formalismo para evacuação">
            <a:extLst>
              <a:ext uri="{FF2B5EF4-FFF2-40B4-BE49-F238E27FC236}">
                <a16:creationId xmlns:a16="http://schemas.microsoft.com/office/drawing/2014/main" id="{EB797B61-9E13-1B03-B83B-396FDA232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80963"/>
            <a:ext cx="12192000" cy="669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CDD093-A896-444B-6592-AD1F8E045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46" y="1226561"/>
            <a:ext cx="9740107" cy="53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021-E51C-54DC-137B-3D5A565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03A41A-0331-573E-2022-690CF2767914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3.3. SDD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961C3E-CEAE-8C88-877C-6FA3586E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8"/>
          <a:stretch>
            <a:fillRect/>
          </a:stretch>
        </p:blipFill>
        <p:spPr>
          <a:xfrm>
            <a:off x="2254318" y="840854"/>
            <a:ext cx="8689021" cy="5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48638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0290A2-71F5-C16C-DAB7-DEFC646BC36D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71F785-8EB2-2271-FE2E-D7F77EA4CC5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 agente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0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119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65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115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D8E99D-5FA3-5FE9-B9F4-8244AF8AC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7" y="1176277"/>
            <a:ext cx="7207045" cy="26775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AEC0463-B8F4-F5B3-448D-D173C6A78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6" y="4009833"/>
            <a:ext cx="7207045" cy="26921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17DEDB9-5892-9794-4F69-39833380CD7A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392859-0D7D-8DEF-005B-BCE0628F18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16588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7D24-91BF-BE27-13FD-C5F057FB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47743B-4D55-50FA-A1D3-B2728A86C0BF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0FF5B-5E2F-D8B1-2966-A84693CBE68D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Médio (0.25)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5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57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63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60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170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1308AA-9C4C-F5DC-C3CF-A3A9492DFBAF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9BE5ED-8D65-894D-00A0-09C1563E35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F8882B-BD19-491C-2E68-5D5E0D4A4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6" cy="269215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A44B604-23E1-8A8C-8BF4-AAEB4B965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3"/>
            <a:ext cx="7246376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9670-B61D-3BCA-C55C-5BD83A68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FA0058-CA67-3EE6-E080-24BA5E12A9E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2A4510-4133-BEB5-F9C6-D8CDEF9888A8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(0.50)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3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107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41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32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113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67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34213A-D88B-F7B5-353D-6FEE8D6F7E56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C8D4C7-8CEC-6137-4B6D-5F0FFFA655D2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F40F48-C514-235D-7E65-42C2F97A3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8" cy="269215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091E8E1-FE78-9D7E-69FB-48490EA6F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78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2E02-0B02-1F16-2F2B-A57D5E29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810521-BBF1-2D0F-01A8-A732F44C770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4: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392B3F-E70F-37F8-5154-477A83C2146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8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95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38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47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153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27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B67E5E-83E2-198C-0F23-4B5138E95AE4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9D37EB-FAD7-B685-E89B-9EEA007C9B14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B5E026E-CD48-62BB-360A-86D94B49D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6341"/>
            <a:ext cx="7246378" cy="26921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9A118E-BF95-54D4-0104-8C1F1E06D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80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65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EB66-FF18-1527-E892-739B899E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EF66C-CAA5-D38A-2E7A-03C5A03418C8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43E63D-7F34-17E0-EFFF-77EA6F93E08E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10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90	Crianças = 54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36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138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42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DB1199-3275-9400-AAFF-B1761A293868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618A36-87B0-A25E-5FDF-4AF6C18E607C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23B4D4-399E-8790-7077-0E1DFDAA8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1302"/>
            <a:ext cx="7246381" cy="26921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286A98-D4EA-C987-E4B2-11DD4BC1C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4077746"/>
            <a:ext cx="7246381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8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10292</TotalTime>
  <Words>2053</Words>
  <Application>Microsoft Office PowerPoint</Application>
  <PresentationFormat>Widescreen</PresentationFormat>
  <Paragraphs>278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25</cp:revision>
  <dcterms:created xsi:type="dcterms:W3CDTF">2026-04-13T15:47:06Z</dcterms:created>
  <dcterms:modified xsi:type="dcterms:W3CDTF">2026-06-07T20:31:00Z</dcterms:modified>
</cp:coreProperties>
</file>