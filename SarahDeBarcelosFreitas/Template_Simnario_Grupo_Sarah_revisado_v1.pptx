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3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B65DE1-FE94-4537-BD5D-65E01B587EF6}" v="30" dt="2026-04-25T10:23:26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ttedi" userId="4f01ea1ca72d2475" providerId="LiveId" clId="{22ED33B0-18A5-4D2B-9F18-43759766D8F7}"/>
    <pc:docChg chg="undo custSel addSld modSld sldOrd">
      <pc:chgData name="Marcos Mattedi" userId="4f01ea1ca72d2475" providerId="LiveId" clId="{22ED33B0-18A5-4D2B-9F18-43759766D8F7}" dt="2026-04-25T10:23:49.993" v="117" actId="1582"/>
      <pc:docMkLst>
        <pc:docMk/>
      </pc:docMkLst>
      <pc:sldChg chg="addSp modSp mod ord">
        <pc:chgData name="Marcos Mattedi" userId="4f01ea1ca72d2475" providerId="LiveId" clId="{22ED33B0-18A5-4D2B-9F18-43759766D8F7}" dt="2026-04-25T10:03:37.053" v="13" actId="122"/>
        <pc:sldMkLst>
          <pc:docMk/>
          <pc:sldMk cId="482596950" sldId="265"/>
        </pc:sldMkLst>
        <pc:spChg chg="add mod">
          <ac:chgData name="Marcos Mattedi" userId="4f01ea1ca72d2475" providerId="LiveId" clId="{22ED33B0-18A5-4D2B-9F18-43759766D8F7}" dt="2026-04-25T10:03:37.053" v="13" actId="122"/>
          <ac:spMkLst>
            <pc:docMk/>
            <pc:sldMk cId="482596950" sldId="265"/>
            <ac:spMk id="6" creationId="{5BE58AFC-9DB9-F5A2-6018-4D7A72EFF1DA}"/>
          </ac:spMkLst>
        </pc:spChg>
        <pc:graphicFrameChg chg="mod">
          <ac:chgData name="Marcos Mattedi" userId="4f01ea1ca72d2475" providerId="LiveId" clId="{22ED33B0-18A5-4D2B-9F18-43759766D8F7}" dt="2026-04-25T10:03:21.966" v="2" actId="1076"/>
          <ac:graphicFrameMkLst>
            <pc:docMk/>
            <pc:sldMk cId="482596950" sldId="265"/>
            <ac:graphicFrameMk id="2" creationId="{2F063F9D-B5E1-B621-13E1-28218C2DCE29}"/>
          </ac:graphicFrameMkLst>
        </pc:graphicFrameChg>
        <pc:graphicFrameChg chg="mod">
          <ac:chgData name="Marcos Mattedi" userId="4f01ea1ca72d2475" providerId="LiveId" clId="{22ED33B0-18A5-4D2B-9F18-43759766D8F7}" dt="2026-04-25T10:03:21.966" v="2" actId="1076"/>
          <ac:graphicFrameMkLst>
            <pc:docMk/>
            <pc:sldMk cId="482596950" sldId="265"/>
            <ac:graphicFrameMk id="5" creationId="{E96B4B20-D50E-3128-21F5-4483123921B7}"/>
          </ac:graphicFrameMkLst>
        </pc:graphicFrameChg>
      </pc:sldChg>
      <pc:sldChg chg="addSp delSp modSp mod delAnim modAnim">
        <pc:chgData name="Marcos Mattedi" userId="4f01ea1ca72d2475" providerId="LiveId" clId="{22ED33B0-18A5-4D2B-9F18-43759766D8F7}" dt="2026-04-25T10:22:39.919" v="84" actId="1076"/>
        <pc:sldMkLst>
          <pc:docMk/>
          <pc:sldMk cId="1466528721" sldId="266"/>
        </pc:sldMkLst>
        <pc:spChg chg="mod">
          <ac:chgData name="Marcos Mattedi" userId="4f01ea1ca72d2475" providerId="LiveId" clId="{22ED33B0-18A5-4D2B-9F18-43759766D8F7}" dt="2026-04-25T10:22:39.919" v="84" actId="1076"/>
          <ac:spMkLst>
            <pc:docMk/>
            <pc:sldMk cId="1466528721" sldId="266"/>
            <ac:spMk id="5" creationId="{7B76E1A1-A1E2-7CB2-D4DD-28FAEC7A56EE}"/>
          </ac:spMkLst>
        </pc:spChg>
        <pc:spChg chg="add mod">
          <ac:chgData name="Marcos Mattedi" userId="4f01ea1ca72d2475" providerId="LiveId" clId="{22ED33B0-18A5-4D2B-9F18-43759766D8F7}" dt="2026-04-25T10:22:32.301" v="82" actId="1076"/>
          <ac:spMkLst>
            <pc:docMk/>
            <pc:sldMk cId="1466528721" sldId="266"/>
            <ac:spMk id="9" creationId="{E79F7E06-FD49-A737-2463-49F6E2E7A9B8}"/>
          </ac:spMkLst>
        </pc:spChg>
        <pc:spChg chg="add del">
          <ac:chgData name="Marcos Mattedi" userId="4f01ea1ca72d2475" providerId="LiveId" clId="{22ED33B0-18A5-4D2B-9F18-43759766D8F7}" dt="2026-04-25T10:22:09.236" v="76" actId="22"/>
          <ac:spMkLst>
            <pc:docMk/>
            <pc:sldMk cId="1466528721" sldId="266"/>
            <ac:spMk id="24" creationId="{C2BD3C30-53B4-79A9-B8F1-72336FFC039F}"/>
          </ac:spMkLst>
        </pc:spChg>
        <pc:graphicFrameChg chg="modGraphic">
          <ac:chgData name="Marcos Mattedi" userId="4f01ea1ca72d2475" providerId="LiveId" clId="{22ED33B0-18A5-4D2B-9F18-43759766D8F7}" dt="2026-04-25T10:04:35.203" v="23" actId="21"/>
          <ac:graphicFrameMkLst>
            <pc:docMk/>
            <pc:sldMk cId="1466528721" sldId="266"/>
            <ac:graphicFrameMk id="6" creationId="{CB7EBE4C-F556-6B9D-243A-F33D7A057B2F}"/>
          </ac:graphicFrameMkLst>
        </pc:graphicFrameChg>
        <pc:graphicFrameChg chg="add mod modGraphic">
          <ac:chgData name="Marcos Mattedi" userId="4f01ea1ca72d2475" providerId="LiveId" clId="{22ED33B0-18A5-4D2B-9F18-43759766D8F7}" dt="2026-04-25T10:04:49.353" v="26" actId="21"/>
          <ac:graphicFrameMkLst>
            <pc:docMk/>
            <pc:sldMk cId="1466528721" sldId="266"/>
            <ac:graphicFrameMk id="10" creationId="{BB0663BB-EFB5-7509-0D64-B36AD0587B4D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1" creationId="{3B049D68-386E-85F5-44A0-665B4B52ED0D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2" creationId="{4ADA6A7C-B7E8-F8CD-9F59-7D49560806C9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3" creationId="{D07A7CF9-88BB-25B6-D577-9A688A40A229}"/>
          </ac:graphicFrameMkLst>
        </pc:graphicFrameChg>
        <pc:graphicFrameChg chg="add mod modGraphic">
          <ac:chgData name="Marcos Mattedi" userId="4f01ea1ca72d2475" providerId="LiveId" clId="{22ED33B0-18A5-4D2B-9F18-43759766D8F7}" dt="2026-04-25T10:05:30.593" v="38" actId="21"/>
          <ac:graphicFrameMkLst>
            <pc:docMk/>
            <pc:sldMk cId="1466528721" sldId="266"/>
            <ac:graphicFrameMk id="14" creationId="{06D1E80B-D8E6-280E-506F-BE7BDB73259A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5" creationId="{71D83FF3-4BF3-2E6A-1257-A4289FC4236B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6" creationId="{CCFA1D0E-1641-F1D6-751C-348657B23B28}"/>
          </ac:graphicFrameMkLst>
        </pc:graphicFrameChg>
        <pc:graphicFrameChg chg="add mod modGraphic">
          <ac:chgData name="Marcos Mattedi" userId="4f01ea1ca72d2475" providerId="LiveId" clId="{22ED33B0-18A5-4D2B-9F18-43759766D8F7}" dt="2026-04-25T10:06:03.692" v="47" actId="21"/>
          <ac:graphicFrameMkLst>
            <pc:docMk/>
            <pc:sldMk cId="1466528721" sldId="266"/>
            <ac:graphicFrameMk id="17" creationId="{F0110816-7906-9DED-A66C-A182CC09DA92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8" creationId="{1FD1623D-A15F-332F-9117-7B974A8A5800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9" creationId="{BF535E0E-DCEB-0DB4-2B6D-A7581E170298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20" creationId="{6AC47992-1011-3E6E-0D52-CB49AF1E553C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21" creationId="{494FF453-C27B-8CA3-8CC2-7A478CACBF07}"/>
          </ac:graphicFrameMkLst>
        </pc:graphicFrameChg>
        <pc:graphicFrameChg chg="add del mod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22" creationId="{02DB6732-A84C-99B0-E9B6-8D4DD4E7B6D1}"/>
          </ac:graphicFrameMkLst>
        </pc:graphicFrameChg>
        <pc:picChg chg="add mod">
          <ac:chgData name="Marcos Mattedi" userId="4f01ea1ca72d2475" providerId="LiveId" clId="{22ED33B0-18A5-4D2B-9F18-43759766D8F7}" dt="2026-04-25T10:22:29.625" v="81" actId="1076"/>
          <ac:picMkLst>
            <pc:docMk/>
            <pc:sldMk cId="1466528721" sldId="266"/>
            <ac:picMk id="8" creationId="{4C1678CC-052C-8862-D45D-319FEC1840D6}"/>
          </ac:picMkLst>
        </pc:picChg>
      </pc:sldChg>
      <pc:sldChg chg="addSp delSp modSp add mod">
        <pc:chgData name="Marcos Mattedi" userId="4f01ea1ca72d2475" providerId="LiveId" clId="{22ED33B0-18A5-4D2B-9F18-43759766D8F7}" dt="2026-04-25T10:23:49.993" v="117" actId="1582"/>
        <pc:sldMkLst>
          <pc:docMk/>
          <pc:sldMk cId="3769724597" sldId="267"/>
        </pc:sldMkLst>
        <pc:spChg chg="add mod">
          <ac:chgData name="Marcos Mattedi" userId="4f01ea1ca72d2475" providerId="LiveId" clId="{22ED33B0-18A5-4D2B-9F18-43759766D8F7}" dt="2026-04-25T10:23:49.993" v="117" actId="1582"/>
          <ac:spMkLst>
            <pc:docMk/>
            <pc:sldMk cId="3769724597" sldId="267"/>
            <ac:spMk id="2" creationId="{F02A0FF4-5476-239F-43E4-D75E42CFE62A}"/>
          </ac:spMkLst>
        </pc:spChg>
        <pc:spChg chg="add mod">
          <ac:chgData name="Marcos Mattedi" userId="4f01ea1ca72d2475" providerId="LiveId" clId="{22ED33B0-18A5-4D2B-9F18-43759766D8F7}" dt="2026-04-25T10:23:43.554" v="116" actId="207"/>
          <ac:spMkLst>
            <pc:docMk/>
            <pc:sldMk cId="3769724597" sldId="267"/>
            <ac:spMk id="3" creationId="{7597D3A3-C42E-ADA2-E93A-73C94DB9185B}"/>
          </ac:spMkLst>
        </pc:spChg>
        <pc:spChg chg="del">
          <ac:chgData name="Marcos Mattedi" userId="4f01ea1ca72d2475" providerId="LiveId" clId="{22ED33B0-18A5-4D2B-9F18-43759766D8F7}" dt="2026-04-25T10:22:45.851" v="85" actId="478"/>
          <ac:spMkLst>
            <pc:docMk/>
            <pc:sldMk cId="3769724597" sldId="267"/>
            <ac:spMk id="5" creationId="{685514DC-A7B1-2A3F-AD8B-19D29DB49F3F}"/>
          </ac:spMkLst>
        </pc:spChg>
        <pc:spChg chg="del">
          <ac:chgData name="Marcos Mattedi" userId="4f01ea1ca72d2475" providerId="LiveId" clId="{22ED33B0-18A5-4D2B-9F18-43759766D8F7}" dt="2026-04-25T10:22:45.851" v="85" actId="478"/>
          <ac:spMkLst>
            <pc:docMk/>
            <pc:sldMk cId="3769724597" sldId="267"/>
            <ac:spMk id="9" creationId="{2E08DB99-E5A2-CFF8-4E0A-ED6CE51FB61A}"/>
          </ac:spMkLst>
        </pc:sp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0" creationId="{2C072602-2099-BC2B-C622-1D006DB1390E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3" creationId="{A0DB3435-9CEB-C329-AAF8-FD99511A2C6D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4" creationId="{5A5CF596-9D5E-20CB-9604-87B9C7946F94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5" creationId="{11E555AF-CA9C-42B3-643A-8991C81752FB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6" creationId="{74E72E56-3129-1B4D-C281-712AAA7F8C4F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7" creationId="{3D16BF1D-B911-53BF-1EE7-212AA6DBA5E6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8" creationId="{36F85C37-3CEB-6AC9-B01C-23425E19A294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20" creationId="{C4EDC352-BF8B-EF3F-409C-FF52BDC37E46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21" creationId="{F6761221-4DF0-0A07-35C0-A8469FD25611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22" creationId="{C2003356-1454-7890-5FF4-B6661DCE5F3D}"/>
          </ac:graphicFrameMkLst>
        </pc:graphicFrameChg>
        <pc:picChg chg="del">
          <ac:chgData name="Marcos Mattedi" userId="4f01ea1ca72d2475" providerId="LiveId" clId="{22ED33B0-18A5-4D2B-9F18-43759766D8F7}" dt="2026-04-25T10:22:45.851" v="85" actId="478"/>
          <ac:picMkLst>
            <pc:docMk/>
            <pc:sldMk cId="3769724597" sldId="267"/>
            <ac:picMk id="8" creationId="{275F84DE-F781-1AB9-4933-085EEECF71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02EF6DF-5EBE-4FE8-E605-183D1182BA5E}"/>
              </a:ext>
            </a:extLst>
          </p:cNvPr>
          <p:cNvSpPr txBox="1"/>
          <p:nvPr/>
        </p:nvSpPr>
        <p:spPr>
          <a:xfrm>
            <a:off x="658859" y="697819"/>
            <a:ext cx="108742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600" dirty="0">
                <a:solidFill>
                  <a:srgbClr val="FF0000"/>
                </a:solidFill>
              </a:rPr>
              <a:t>modelo computacional (Sistema de Referência) 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proposto tem como objetivo simular a evacuação de um prédio em chamas por meio de um sistema baseado em agentes. O ambiente considerado consiste em um edifício de 30 andares, com aproximadamente 120m de altura, em que cada pavimento possui dimensões de </a:t>
            </a:r>
            <a:r>
              <a:rPr lang="pt-BR" sz="1600" dirty="0">
                <a:solidFill>
                  <a:srgbClr val="FF0000"/>
                </a:solidFill>
              </a:rPr>
              <a:t>20 x 20m (células = grade) 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 abriga dois apartamentos, com uma média de três ocupantes por unidade (Imagem 1). Cada andar dispõe de acesso a elevadores, desativados em situações de incêndio,  e a uma porta que conduz à escada de emergência, se tornado a principal rota de evacuação. A população total é composta por 180 indivíduos, distribuídos em 60% de adultos, 30% de crianças e idosos e 10% de pessoas portadoras de deficiência (</a:t>
            </a:r>
            <a:r>
              <a:rPr lang="pt-BR" sz="16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), permitindo a consideração de diferentes perfis de mobilidade e comportamento. Para a simulação, tanto a origem do incêndio quanto o tipo de material em combustão são definidos como parâmetros aleatórios, possibilitando a análise de múltiplos cenários de propagação do fogo e seus impactos na dinâmica de evacuação.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C676D43-3D22-27E4-36D4-D4CF2D972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50" r="23275" b="1067"/>
          <a:stretch>
            <a:fillRect/>
          </a:stretch>
        </p:blipFill>
        <p:spPr>
          <a:xfrm>
            <a:off x="850392" y="3198167"/>
            <a:ext cx="3359373" cy="343814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AFF366-12A0-069F-32AD-7A7FA6674978}"/>
              </a:ext>
            </a:extLst>
          </p:cNvPr>
          <p:cNvSpPr txBox="1"/>
          <p:nvPr/>
        </p:nvSpPr>
        <p:spPr>
          <a:xfrm>
            <a:off x="4209765" y="6390090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403954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F063F9D-B5E1-B621-13E1-28218C2DC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385694"/>
              </p:ext>
            </p:extLst>
          </p:nvPr>
        </p:nvGraphicFramePr>
        <p:xfrm>
          <a:off x="343767" y="3429000"/>
          <a:ext cx="10971932" cy="2189844"/>
        </p:xfrm>
        <a:graphic>
          <a:graphicData uri="http://schemas.openxmlformats.org/drawingml/2006/table">
            <a:tbl>
              <a:tblPr/>
              <a:tblGrid>
                <a:gridCol w="2566488">
                  <a:extLst>
                    <a:ext uri="{9D8B030D-6E8A-4147-A177-3AD203B41FA5}">
                      <a16:colId xmlns:a16="http://schemas.microsoft.com/office/drawing/2014/main" val="3244957498"/>
                    </a:ext>
                  </a:extLst>
                </a:gridCol>
                <a:gridCol w="1907931">
                  <a:extLst>
                    <a:ext uri="{9D8B030D-6E8A-4147-A177-3AD203B41FA5}">
                      <a16:colId xmlns:a16="http://schemas.microsoft.com/office/drawing/2014/main" val="1776291894"/>
                    </a:ext>
                  </a:extLst>
                </a:gridCol>
                <a:gridCol w="6497513">
                  <a:extLst>
                    <a:ext uri="{9D8B030D-6E8A-4147-A177-3AD203B41FA5}">
                      <a16:colId xmlns:a16="http://schemas.microsoft.com/office/drawing/2014/main" val="30084321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rgbClr val="FF0000"/>
                          </a:solidFill>
                        </a:rPr>
                        <a:t>Critério do template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rgbClr val="FF0000"/>
                          </a:solidFill>
                        </a:rPr>
                        <a:t>Situação no entregável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rgbClr val="FF0000"/>
                          </a:solidFill>
                        </a:rPr>
                        <a:t>Avaliação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933924"/>
                  </a:ext>
                </a:extLst>
              </a:tr>
              <a:tr h="111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de 30 andares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Atendido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 grupo preserva a escala vertical exigida.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14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Altura aproximada de 120 m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Atendido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Compatível com o template.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898101"/>
                  </a:ext>
                </a:extLst>
              </a:tr>
              <a:tr h="15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de cada pavimento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Parcialmente atendido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 grupo fala em 20 × 20 m, mas o template exige grade mínima de 20 × 20 células.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684961"/>
                  </a:ext>
                </a:extLst>
              </a:tr>
              <a:tr h="111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Elevadores bloqueados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Atendido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 grupo informa que elevadores são desativados em incêndio.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658830"/>
                  </a:ext>
                </a:extLst>
              </a:tr>
              <a:tr h="15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Parcialmente atendido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Há perfis populacionais, mas diferentes dos previstos no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template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459279"/>
                  </a:ext>
                </a:extLst>
              </a:tr>
              <a:tr h="207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do incêndio parametrizável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Parcialmente atendido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 grupo diz que é aleatória, mas não define intervalo, célula, andar ou modo de parametrização.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480305"/>
                  </a:ext>
                </a:extLst>
              </a:tr>
              <a:tr h="111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Material em combustão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Parcialmente atendido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Cita material, mas não define categorias operacionais.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423372"/>
                  </a:ext>
                </a:extLst>
              </a:tr>
              <a:tr h="15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Planta do andar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Parcialmente atendido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Há menção à imagem, mas falta tradução da planta para elementos simuláveis.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85853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96B4B20-D50E-3128-21F5-448312392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793231"/>
              </p:ext>
            </p:extLst>
          </p:nvPr>
        </p:nvGraphicFramePr>
        <p:xfrm>
          <a:off x="343767" y="1651152"/>
          <a:ext cx="6960577" cy="1645920"/>
        </p:xfrm>
        <a:graphic>
          <a:graphicData uri="http://schemas.openxmlformats.org/drawingml/2006/table">
            <a:tbl>
              <a:tblPr/>
              <a:tblGrid>
                <a:gridCol w="1994279">
                  <a:extLst>
                    <a:ext uri="{9D8B030D-6E8A-4147-A177-3AD203B41FA5}">
                      <a16:colId xmlns:a16="http://schemas.microsoft.com/office/drawing/2014/main" val="826357368"/>
                    </a:ext>
                  </a:extLst>
                </a:gridCol>
                <a:gridCol w="4966298">
                  <a:extLst>
                    <a:ext uri="{9D8B030D-6E8A-4147-A177-3AD203B41FA5}">
                      <a16:colId xmlns:a16="http://schemas.microsoft.com/office/drawing/2014/main" val="3462362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Elemento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Necessário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014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Dimensão física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20 m × 20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817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computacional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20 × 20 células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38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da célula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Ex.: 1 célula = 1 m²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02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Capacidade por célula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Ex.: 1 ocupante por célula ou limite maior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230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Tipo de célula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sala, corredor, parede, escada, porta, fogo, fumaça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309431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5BE58AFC-9DB9-F5A2-6018-4D7A72EFF1DA}"/>
              </a:ext>
            </a:extLst>
          </p:cNvPr>
          <p:cNvSpPr txBox="1"/>
          <p:nvPr/>
        </p:nvSpPr>
        <p:spPr>
          <a:xfrm>
            <a:off x="465992" y="791308"/>
            <a:ext cx="2391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Retirar</a:t>
            </a:r>
          </a:p>
        </p:txBody>
      </p:sp>
    </p:spTree>
    <p:extLst>
      <p:ext uri="{BB962C8B-B14F-4D97-AF65-F5344CB8AC3E}">
        <p14:creationId xmlns:p14="http://schemas.microsoft.com/office/powerpoint/2010/main" val="482596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897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Marcos Mattedi</cp:lastModifiedBy>
  <cp:revision>6</cp:revision>
  <dcterms:created xsi:type="dcterms:W3CDTF">2026-04-13T15:47:06Z</dcterms:created>
  <dcterms:modified xsi:type="dcterms:W3CDTF">2026-04-25T10:23:51Z</dcterms:modified>
</cp:coreProperties>
</file>