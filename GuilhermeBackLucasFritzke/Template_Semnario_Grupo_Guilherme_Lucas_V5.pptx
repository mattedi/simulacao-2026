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move the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F61702-7288-4FBD-92C5-DC0133218CF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1DA289-770C-4BA0-8C44-1519C9B71BB0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edit the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title text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3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086560" y="864360"/>
            <a:ext cx="7737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V -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SEMINÁR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IO DE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APRESEN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TAÇÃO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DOS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RESULTA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1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78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60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200" cy="4353120"/>
        </p:xfrm>
        <a:graphic>
          <a:graphicData uri="http://schemas.openxmlformats.org/drawingml/2006/table">
            <a:tbl>
              <a:tblPr/>
              <a:tblGrid>
                <a:gridCol w="858240"/>
                <a:gridCol w="2211120"/>
                <a:gridCol w="6307200"/>
              </a:tblGrid>
              <a:tr h="29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Sistem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 de 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Referê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ncia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96800" y="114660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Delimitaçã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 do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Sistema de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Referência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(S)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74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Fenômeno: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Evacuação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emergencial de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edifício de 30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andares em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situação de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160" cy="4286160"/>
        </p:xfrm>
        <a:graphic>
          <a:graphicData uri="http://schemas.openxmlformats.org/drawingml/2006/table">
            <a:tbl>
              <a:tblPr/>
              <a:tblGrid>
                <a:gridCol w="2824200"/>
                <a:gridCol w="8473320"/>
              </a:tblGrid>
              <a:tr h="37944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Observávei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Prioritários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 Exclusões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Consciente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79640" cy="49068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796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000" cy="3143160"/>
        </p:xfrm>
        <a:graphic>
          <a:graphicData uri="http://schemas.openxmlformats.org/drawingml/2006/table">
            <a:tbl>
              <a:tblPr/>
              <a:tblGrid>
                <a:gridCol w="1738440"/>
                <a:gridCol w="2941920"/>
              </a:tblGrid>
              <a:tr h="34380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7680" cy="49068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15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7680" cy="3119040"/>
        </p:xfrm>
        <a:graphic>
          <a:graphicData uri="http://schemas.openxmlformats.org/drawingml/2006/table">
            <a:tbl>
              <a:tblPr/>
              <a:tblGrid>
                <a:gridCol w="1773360"/>
                <a:gridCol w="2974680"/>
              </a:tblGrid>
              <a:tr h="3319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335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aixaDeTexto 3"/>
          <p:cNvSpPr/>
          <p:nvPr/>
        </p:nvSpPr>
        <p:spPr>
          <a:xfrm>
            <a:off x="599040" y="788400"/>
            <a:ext cx="37623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2.1. Bases de dados consultadas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m 5"/>
          <p:cNvPicPr/>
          <p:nvPr/>
        </p:nvPicPr>
        <p:blipFill>
          <a:blip r:embed="rId1"/>
          <a:stretch/>
        </p:blipFill>
        <p:spPr>
          <a:xfrm>
            <a:off x="135792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7"/>
          <p:cNvPicPr/>
          <p:nvPr/>
        </p:nvPicPr>
        <p:blipFill>
          <a:blip r:embed="rId2"/>
          <a:stretch/>
        </p:blipFill>
        <p:spPr>
          <a:xfrm>
            <a:off x="529164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Imagem 9"/>
          <p:cNvPicPr/>
          <p:nvPr/>
        </p:nvPicPr>
        <p:blipFill>
          <a:blip r:embed="rId3"/>
          <a:stretch/>
        </p:blipFill>
        <p:spPr>
          <a:xfrm>
            <a:off x="888768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have Esquerda 10"/>
          <p:cNvSpPr/>
          <p:nvPr/>
        </p:nvSpPr>
        <p:spPr>
          <a:xfrm>
            <a:off x="1837440" y="4176360"/>
            <a:ext cx="536040" cy="137988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Chave Esquerda 12"/>
          <p:cNvSpPr/>
          <p:nvPr/>
        </p:nvSpPr>
        <p:spPr>
          <a:xfrm rot="16200000">
            <a:off x="5864400" y="-1665720"/>
            <a:ext cx="856800" cy="10326240"/>
          </a:xfrm>
          <a:prstGeom prst="leftBrace">
            <a:avLst>
              <a:gd name="adj1" fmla="val 0"/>
              <a:gd name="adj2" fmla="val 50000"/>
            </a:avLst>
          </a:prstGeom>
          <a:noFill/>
          <a:ln w="28575">
            <a:solidFill>
              <a:srgbClr val="0F9ED5">
                <a:lumMod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Imagem 14"/>
          <p:cNvPicPr/>
          <p:nvPr/>
        </p:nvPicPr>
        <p:blipFill>
          <a:blip r:embed="rId4"/>
          <a:stretch/>
        </p:blipFill>
        <p:spPr>
          <a:xfrm>
            <a:off x="5197680" y="3936600"/>
            <a:ext cx="2190240" cy="20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1"/>
          <p:cNvSpPr/>
          <p:nvPr/>
        </p:nvSpPr>
        <p:spPr>
          <a:xfrm>
            <a:off x="889560" y="948240"/>
            <a:ext cx="1628640" cy="8150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tângulo: Cantos Arredondados 2"/>
          <p:cNvSpPr/>
          <p:nvPr/>
        </p:nvSpPr>
        <p:spPr>
          <a:xfrm>
            <a:off x="3528000" y="93168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3"/>
          <p:cNvSpPr/>
          <p:nvPr/>
        </p:nvSpPr>
        <p:spPr>
          <a:xfrm>
            <a:off x="9101880" y="93168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" name="Conector de Seta Reta 5"/>
          <p:cNvCxnSpPr>
            <a:stCxn id="47" idx="1"/>
            <a:endCxn id="46" idx="3"/>
          </p:cNvCxnSpPr>
          <p:nvPr/>
        </p:nvCxnSpPr>
        <p:spPr>
          <a:xfrm flipH="1">
            <a:off x="8092080" y="1371960"/>
            <a:ext cx="101016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49" name="Retângulo: Cantos Arredondados 9"/>
          <p:cNvSpPr/>
          <p:nvPr/>
        </p:nvSpPr>
        <p:spPr>
          <a:xfrm>
            <a:off x="3528000" y="20966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: Cantos Arredondados 10"/>
          <p:cNvSpPr/>
          <p:nvPr/>
        </p:nvSpPr>
        <p:spPr>
          <a:xfrm>
            <a:off x="9101880" y="2118240"/>
            <a:ext cx="1628640" cy="8640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ector de Seta Reta 13"/>
          <p:cNvCxnSpPr>
            <a:stCxn id="50" idx="1"/>
            <a:endCxn id="49" idx="3"/>
          </p:cNvCxnSpPr>
          <p:nvPr/>
        </p:nvCxnSpPr>
        <p:spPr>
          <a:xfrm flipH="1" flipV="1">
            <a:off x="8092080" y="2536920"/>
            <a:ext cx="1010160" cy="136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52" name="Conector de Seta Reta 16"/>
          <p:cNvCxnSpPr>
            <a:stCxn id="46" idx="2"/>
            <a:endCxn id="49" idx="0"/>
          </p:cNvCxnSpPr>
          <p:nvPr/>
        </p:nvCxnSpPr>
        <p:spPr>
          <a:xfrm>
            <a:off x="5810040" y="1811880"/>
            <a:ext cx="360" cy="28512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3" name="Retângulo: Cantos Arredondados 19"/>
          <p:cNvSpPr/>
          <p:nvPr/>
        </p:nvSpPr>
        <p:spPr>
          <a:xfrm>
            <a:off x="889560" y="32778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etângulo: Cantos Arredondados 20"/>
          <p:cNvSpPr/>
          <p:nvPr/>
        </p:nvSpPr>
        <p:spPr>
          <a:xfrm>
            <a:off x="3528000" y="32612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selecionados para triagem de 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tângulo: Cantos Arredondados 21"/>
          <p:cNvSpPr/>
          <p:nvPr/>
        </p:nvSpPr>
        <p:spPr>
          <a:xfrm>
            <a:off x="9181080" y="326124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Conector de Seta Reta 22"/>
          <p:cNvCxnSpPr>
            <a:stCxn id="55" idx="1"/>
          </p:cNvCxnSpPr>
          <p:nvPr/>
        </p:nvCxnSpPr>
        <p:spPr>
          <a:xfrm flipH="1">
            <a:off x="8251200" y="3701520"/>
            <a:ext cx="930240" cy="21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7" name="Retângulo: Cantos Arredondados 23"/>
          <p:cNvSpPr/>
          <p:nvPr/>
        </p:nvSpPr>
        <p:spPr>
          <a:xfrm>
            <a:off x="889560" y="44424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: Cantos Arredondados 25"/>
          <p:cNvSpPr/>
          <p:nvPr/>
        </p:nvSpPr>
        <p:spPr>
          <a:xfrm>
            <a:off x="3528000" y="444240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: Cantos Arredondados 26"/>
          <p:cNvSpPr/>
          <p:nvPr/>
        </p:nvSpPr>
        <p:spPr>
          <a:xfrm>
            <a:off x="9181080" y="4317120"/>
            <a:ext cx="1799280" cy="11311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Aqueles focados em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IOT ou em Temas com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Conector de Seta Reta 27"/>
          <p:cNvCxnSpPr>
            <a:stCxn id="49" idx="2"/>
            <a:endCxn id="54" idx="0"/>
          </p:cNvCxnSpPr>
          <p:nvPr/>
        </p:nvCxnSpPr>
        <p:spPr>
          <a:xfrm>
            <a:off x="5810040" y="2976840"/>
            <a:ext cx="360" cy="2847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1" name="Conector de Seta Reta 30"/>
          <p:cNvCxnSpPr>
            <a:stCxn id="54" idx="2"/>
            <a:endCxn id="58" idx="0"/>
          </p:cNvCxnSpPr>
          <p:nvPr/>
        </p:nvCxnSpPr>
        <p:spPr>
          <a:xfrm>
            <a:off x="5810040" y="4141440"/>
            <a:ext cx="360" cy="30132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2" name="Conector de Seta Reta 34"/>
          <p:cNvCxnSpPr>
            <a:stCxn id="59" idx="1"/>
            <a:endCxn id="58" idx="3"/>
          </p:cNvCxnSpPr>
          <p:nvPr/>
        </p:nvCxnSpPr>
        <p:spPr>
          <a:xfrm flipH="1">
            <a:off x="8092080" y="4882680"/>
            <a:ext cx="108936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63" name="Retângulo: Cantos Arredondados 37"/>
          <p:cNvSpPr/>
          <p:nvPr/>
        </p:nvSpPr>
        <p:spPr>
          <a:xfrm>
            <a:off x="889560" y="562356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tângulo: Cantos Arredondados 38"/>
          <p:cNvSpPr/>
          <p:nvPr/>
        </p:nvSpPr>
        <p:spPr>
          <a:xfrm>
            <a:off x="3528000" y="562356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369360" y="562320"/>
            <a:ext cx="5116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2.2. Mecanismos de inclusão e exclusão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67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68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69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0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1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2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3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4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5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76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81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</a:t>
            </a: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2.2.1.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42"/>
          <p:cNvSpPr/>
          <p:nvPr/>
        </p:nvSpPr>
        <p:spPr>
          <a:xfrm>
            <a:off x="3192840" y="19634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97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98" name="CaixaDeTexto 77"/>
          <p:cNvSpPr/>
          <p:nvPr/>
        </p:nvSpPr>
        <p:spPr>
          <a:xfrm>
            <a:off x="3167640" y="25174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84"/>
          <p:cNvSpPr/>
          <p:nvPr/>
        </p:nvSpPr>
        <p:spPr>
          <a:xfrm>
            <a:off x="529704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2003). 462 ocupantes, 1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ocupação, fumaça, temperatura,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89"/>
          <p:cNvSpPr/>
          <p:nvPr/>
        </p:nvSpPr>
        <p:spPr>
          <a:xfrm>
            <a:off x="5271840" y="48981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92"/>
          <p:cNvSpPr/>
          <p:nvPr/>
        </p:nvSpPr>
        <p:spPr>
          <a:xfrm>
            <a:off x="756396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93"/>
          <p:cNvSpPr/>
          <p:nvPr/>
        </p:nvSpPr>
        <p:spPr>
          <a:xfrm>
            <a:off x="7600320" y="30571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94"/>
          <p:cNvSpPr/>
          <p:nvPr/>
        </p:nvSpPr>
        <p:spPr>
          <a:xfrm>
            <a:off x="7620480" y="379548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95"/>
          <p:cNvSpPr/>
          <p:nvPr/>
        </p:nvSpPr>
        <p:spPr>
          <a:xfrm>
            <a:off x="7624080" y="4330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ixaDeTexto 97"/>
          <p:cNvSpPr/>
          <p:nvPr/>
        </p:nvSpPr>
        <p:spPr>
          <a:xfrm>
            <a:off x="7561080" y="5586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aixaDeTexto 99"/>
          <p:cNvSpPr/>
          <p:nvPr/>
        </p:nvSpPr>
        <p:spPr>
          <a:xfrm>
            <a:off x="9713520" y="2472480"/>
            <a:ext cx="22532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100"/>
          <p:cNvSpPr/>
          <p:nvPr/>
        </p:nvSpPr>
        <p:spPr>
          <a:xfrm>
            <a:off x="9783720" y="3108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aixaDeTexto 101"/>
          <p:cNvSpPr/>
          <p:nvPr/>
        </p:nvSpPr>
        <p:spPr>
          <a:xfrm>
            <a:off x="9730440" y="37274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CaixaDeTexto 102"/>
          <p:cNvSpPr/>
          <p:nvPr/>
        </p:nvSpPr>
        <p:spPr>
          <a:xfrm>
            <a:off x="9773640" y="4275720"/>
            <a:ext cx="212940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ixaDeTexto 104"/>
          <p:cNvSpPr/>
          <p:nvPr/>
        </p:nvSpPr>
        <p:spPr>
          <a:xfrm>
            <a:off x="9763200" y="5589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26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27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8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9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30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1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2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3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4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35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40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42"/>
          <p:cNvSpPr/>
          <p:nvPr/>
        </p:nvSpPr>
        <p:spPr>
          <a:xfrm>
            <a:off x="3190680" y="200880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56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157" name="CaixaDeTexto 77"/>
          <p:cNvSpPr/>
          <p:nvPr/>
        </p:nvSpPr>
        <p:spPr>
          <a:xfrm>
            <a:off x="3167640" y="2517480"/>
            <a:ext cx="220536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84"/>
          <p:cNvSpPr/>
          <p:nvPr/>
        </p:nvSpPr>
        <p:spPr>
          <a:xfrm>
            <a:off x="536940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89"/>
          <p:cNvSpPr/>
          <p:nvPr/>
        </p:nvSpPr>
        <p:spPr>
          <a:xfrm>
            <a:off x="5364720" y="48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92"/>
          <p:cNvSpPr/>
          <p:nvPr/>
        </p:nvSpPr>
        <p:spPr>
          <a:xfrm>
            <a:off x="7557120" y="2500200"/>
            <a:ext cx="22262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93"/>
          <p:cNvSpPr/>
          <p:nvPr/>
        </p:nvSpPr>
        <p:spPr>
          <a:xfrm>
            <a:off x="7534080" y="3057120"/>
            <a:ext cx="226296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94"/>
          <p:cNvSpPr/>
          <p:nvPr/>
        </p:nvSpPr>
        <p:spPr>
          <a:xfrm>
            <a:off x="7595640" y="36946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95"/>
          <p:cNvSpPr/>
          <p:nvPr/>
        </p:nvSpPr>
        <p:spPr>
          <a:xfrm>
            <a:off x="7540920" y="4330080"/>
            <a:ext cx="22420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aixaDeTexto 97"/>
          <p:cNvSpPr/>
          <p:nvPr/>
        </p:nvSpPr>
        <p:spPr>
          <a:xfrm>
            <a:off x="7561080" y="5540040"/>
            <a:ext cx="222912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ixaDeTexto 99"/>
          <p:cNvSpPr/>
          <p:nvPr/>
        </p:nvSpPr>
        <p:spPr>
          <a:xfrm>
            <a:off x="9668520" y="2516400"/>
            <a:ext cx="22532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</a:t>
            </a: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ixaDeTexto 100"/>
          <p:cNvSpPr/>
          <p:nvPr/>
        </p:nvSpPr>
        <p:spPr>
          <a:xfrm>
            <a:off x="978372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ixaDeTexto 101"/>
          <p:cNvSpPr/>
          <p:nvPr/>
        </p:nvSpPr>
        <p:spPr>
          <a:xfrm>
            <a:off x="9741960" y="3672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MassMotion (ABM) + MATLAB </a:t>
            </a: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ixaDeTexto 102"/>
          <p:cNvSpPr/>
          <p:nvPr/>
        </p:nvSpPr>
        <p:spPr>
          <a:xfrm>
            <a:off x="9782640" y="4331520"/>
            <a:ext cx="212940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</a:t>
            </a: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fumaça, temperatura, </a:t>
            </a: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aixaDeTexto 104"/>
          <p:cNvSpPr/>
          <p:nvPr/>
        </p:nvSpPr>
        <p:spPr>
          <a:xfrm>
            <a:off x="9782640" y="55609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96080" y="569880"/>
            <a:ext cx="254556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322920" y="1217880"/>
            <a:ext cx="1119924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26120" y="1638000"/>
            <a:ext cx="319932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4"/>
          <p:cNvGraphicFramePr/>
          <p:nvPr/>
        </p:nvGraphicFramePr>
        <p:xfrm>
          <a:off x="322920" y="2408040"/>
          <a:ext cx="5399280" cy="4039920"/>
        </p:xfrm>
        <a:graphic>
          <a:graphicData uri="http://schemas.openxmlformats.org/drawingml/2006/table">
            <a:tbl>
              <a:tblPr/>
              <a:tblGrid>
                <a:gridCol w="1299960"/>
                <a:gridCol w="4099680"/>
              </a:tblGrid>
              <a:tr h="4399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188" name="TextBox 5"/>
          <p:cNvSpPr/>
          <p:nvPr/>
        </p:nvSpPr>
        <p:spPr>
          <a:xfrm>
            <a:off x="6126120" y="2408040"/>
            <a:ext cx="5399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6126120" y="2858040"/>
            <a:ext cx="5399280" cy="28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487440" y="515160"/>
            <a:ext cx="407556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2.4. Variáveis Principais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2"/>
          <p:cNvGraphicFramePr/>
          <p:nvPr/>
        </p:nvGraphicFramePr>
        <p:xfrm>
          <a:off x="2642400" y="1100160"/>
          <a:ext cx="7199280" cy="5580360"/>
        </p:xfrm>
        <a:graphic>
          <a:graphicData uri="http://schemas.openxmlformats.org/drawingml/2006/table">
            <a:tbl>
              <a:tblPr/>
              <a:tblGrid>
                <a:gridCol w="2199960"/>
                <a:gridCol w="4999680"/>
              </a:tblGrid>
              <a:tr h="4597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aixaDeTexto 3"/>
          <p:cNvSpPr/>
          <p:nvPr/>
        </p:nvSpPr>
        <p:spPr>
          <a:xfrm>
            <a:off x="536040" y="735840"/>
            <a:ext cx="4228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 Agente Baseado em Modelo (ABM)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CaixaDeTexto 4"/>
          <p:cNvSpPr/>
          <p:nvPr/>
        </p:nvSpPr>
        <p:spPr>
          <a:xfrm>
            <a:off x="1233720" y="1494720"/>
            <a:ext cx="2833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3.1.1. Definição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aixaDeTexto 5"/>
          <p:cNvSpPr/>
          <p:nvPr/>
        </p:nvSpPr>
        <p:spPr>
          <a:xfrm>
            <a:off x="1233720" y="2979000"/>
            <a:ext cx="2732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3.1.2. Justificativa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aixaDeTexto 6"/>
          <p:cNvSpPr/>
          <p:nvPr/>
        </p:nvSpPr>
        <p:spPr>
          <a:xfrm>
            <a:off x="1284120" y="4624560"/>
            <a:ext cx="2732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3.1.3. Descrição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902600" y="1863720"/>
            <a:ext cx="5869800" cy="883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 método de modelagem computacional usado para simular as ações e interações de agentes dentro de um ambiente virtual, com o objetivo de entender como o comportamento deles afeta o sistema como um todo.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902600" y="3375720"/>
            <a:ext cx="5869800" cy="119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Permite que você trate a multidão de forma heterogênea: cada pessoa no seu prédio tem sua própria velocidade, seu próprio tempo de reação, toma suas próprias decisões de rota e entra em pânico de forma individualizada com base no que está acontecendo ao seu redor. Isso permite observar fenômenos reais de comportamento coletivo, como o surgimento de gargalos nas portas e o efeito manada.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902600" y="5433120"/>
            <a:ext cx="5869800" cy="1011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Uma técnica de simulação computacional onde você não tenta modelar o comportamento de um sistema inteiro de cima para baixo. Em vez disso, você cria os indivíduos (os agentes), define regras simples de comportamento para eles e os coloca para interagir em um ambiente. O comportamento do sistema global "emerge" dessas interações individuais.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ixaDeTexto 3"/>
          <p:cNvSpPr/>
          <p:nvPr/>
        </p:nvSpPr>
        <p:spPr>
          <a:xfrm>
            <a:off x="624600" y="814320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3.2. Exemplo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2137320" y="1828800"/>
            <a:ext cx="7235280" cy="312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Mercado Financeiro: Agentes são investidores (compradores e vendedores). Regra: "Se a ação cair 5%, venda". O ABM ajuda a prever quebras repentinas na bolsa (flash crashes).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Epidemiologia: Agentes são pessoas (Saudáveis, Infectadas, Recuperadas). Regra: "Se passar perto de um infectado, há 15% de chance de contágio". Usado para testar o impacto de quarentenas e vacinação.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Tráfego Urbano: Agentes são motoristas. Regra: "Se o carro da frente frear, reduza a velocidade; se a pista do lado estiver livre e mais rápida, mude de faixa". Permite entender como surgem engarrafamentos do nada, sem que haja nenhum acidente na pista.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"/>
          <p:cNvPicPr/>
          <p:nvPr/>
        </p:nvPicPr>
        <p:blipFill>
          <a:blip r:embed="rId1"/>
          <a:stretch/>
        </p:blipFill>
        <p:spPr>
          <a:xfrm>
            <a:off x="3200400" y="914760"/>
            <a:ext cx="5943600" cy="572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aixaDeTexto 8"/>
          <p:cNvSpPr/>
          <p:nvPr/>
        </p:nvSpPr>
        <p:spPr>
          <a:xfrm>
            <a:off x="624960" y="685800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3.3. SDD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" name="Table 3"/>
          <p:cNvGraphicFramePr/>
          <p:nvPr/>
        </p:nvGraphicFramePr>
        <p:xfrm>
          <a:off x="1341000" y="703440"/>
          <a:ext cx="7199280" cy="5580360"/>
        </p:xfrm>
        <a:graphic>
          <a:graphicData uri="http://schemas.openxmlformats.org/drawingml/2006/table">
            <a:tbl>
              <a:tblPr/>
              <a:tblGrid>
                <a:gridCol w="2199960"/>
                <a:gridCol w="2199960"/>
                <a:gridCol w="4999680"/>
              </a:tblGrid>
              <a:tr h="468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9800">
                <a:tc>
                  <a:txBody>
                    <a:bodyPr anchor="ctr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Plataforma de implementação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Netlogo.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Linguagem de programação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Netlogo.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Representação dos agentes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e Brigadistas como turtles.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Representação do ambiente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Andares, corredores, salas, escadas e saídas como patches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Dados de entrada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Andar de inicio do fogo, Ocupantes por andar, Taxa de propagação do fogo, Coeficiente de difusão fumaça.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Regras implementadas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0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Se o tempo de simulação atinge o limiar do alarme adicionado ao tempo de reação individual (t≥treacao​), o agente altera seu estado para ativo e inicia o protocolo de evacuação em direção ao seu alvo inicial; se o modelo detecta a presença de fogo, fumaça excessiva ou perda de visibilidade crítica na rota planejada, o agente invalida o destino atual e executa uma rotina de replanejamento para buscar um caminho alternativo seguro.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Algoritmos principais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0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Algoritmo de Difusão e Propagação (Fogo e Fumaça), Algoritmo de Perda de Visibilidade, Algoritmo de Escolha de Rota (Campo de Custo/Atração), Algoritmo de Detecção de Deadlock e Algoritmo de Dosimetria de Gases (Cálculo de FED).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Controle do tempo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Cada tick representa 1 segundo;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Dados de saída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evacuação, número de evacuados, mortos, feridos, ativos.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/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Visualização e validação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Mapa do prédio, agentes em movimento, gráficos.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Application>LibreOffice/26.2.3.2$Linux_X86_64 LibreOffice_project/7d74455cffae7a589951233f185ae0303c082020</Application>
  <AppVersion>15.0000</AppVersion>
  <Words>2039</Words>
  <Paragraphs>261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2026-04-13T15:47:06Z</dcterms:created>
  <dc:creator>Marcos Mattedi</dc:creator>
  <dc:description/>
  <dc:language>en-US</dc:language>
  <cp:lastModifiedBy/>
  <dcterms:modified xsi:type="dcterms:W3CDTF">2026-05-29T21:34:36Z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