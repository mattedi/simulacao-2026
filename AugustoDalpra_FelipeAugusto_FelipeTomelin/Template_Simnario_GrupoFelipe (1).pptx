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6" r:id="rId8"/>
    <p:sldId id="267" r:id="rId9"/>
    <p:sldId id="268" r:id="rId10"/>
    <p:sldId id="269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Workflow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61" y="22494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Workflow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06" y="2602903"/>
            <a:ext cx="8403788" cy="187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562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Augusto Arraga</cp:lastModifiedBy>
  <cp:revision>4</cp:revision>
  <dcterms:created xsi:type="dcterms:W3CDTF">2026-04-13T15:47:06Z</dcterms:created>
  <dcterms:modified xsi:type="dcterms:W3CDTF">2026-05-04T23:15:19Z</dcterms:modified>
</cp:coreProperties>
</file>